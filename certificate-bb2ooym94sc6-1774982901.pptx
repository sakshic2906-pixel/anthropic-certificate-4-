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9448800" cy="716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94050" y="2716530"/>
            <a:ext cx="3670300" cy="3924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4000">
                <a:solidFill>
                  <a:srgbClr val="000000"/>
                </a:solidFill>
                <a:latin typeface="Gentium Plus"/>
              </a:rPr>
              <a:t>Sakshi Chimukale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