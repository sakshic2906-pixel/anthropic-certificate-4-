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110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90500"/>
            <a:ext cx="11430000" cy="762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90500"/>
            <a:ext cx="11430000" cy="762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781050"/>
            <a:ext cx="78740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781050"/>
            <a:ext cx="19621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768350"/>
            <a:ext cx="2076450" cy="482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570" y="7547609"/>
            <a:ext cx="2689859" cy="1866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56430" y="1731010"/>
            <a:ext cx="289687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333333"/>
                </a:solidFill>
                <a:latin typeface="ArialMT"/>
              </a:rPr>
              <a:t>This certificate is awarded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6700" y="2282190"/>
            <a:ext cx="3657600" cy="3390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3600">
                <a:solidFill>
                  <a:srgbClr val="0051AF"/>
                </a:solidFill>
                <a:latin typeface="ArialMT"/>
              </a:rPr>
              <a:t>Sakshi Chimukale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0250" y="3003550"/>
            <a:ext cx="2730500" cy="2146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333333"/>
                </a:solidFill>
                <a:latin typeface="ArialMT"/>
              </a:rPr>
              <a:t>for successfully completing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280" y="3525520"/>
            <a:ext cx="3011170" cy="3187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700">
                <a:solidFill>
                  <a:srgbClr val="0051AF"/>
                </a:solidFill>
                <a:latin typeface="ArialMT"/>
              </a:rPr>
              <a:t>Python Essentials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3260" y="4127500"/>
            <a:ext cx="5361940" cy="2146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333333"/>
                </a:solidFill>
                <a:latin typeface="ArialMT"/>
              </a:rPr>
              <a:t>offered by MIT Academy of Engineering, alandi Pune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8679" y="4471670"/>
            <a:ext cx="4992370" cy="2146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333333"/>
                </a:solidFill>
                <a:latin typeface="ArialMT"/>
              </a:rPr>
              <a:t>through the Cisco Networking Academy program.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660" y="6717030"/>
            <a:ext cx="1276350" cy="124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50">
                <a:solidFill>
                  <a:srgbClr val="333333"/>
                </a:solidFill>
                <a:latin typeface="ArialMT"/>
              </a:rPr>
              <a:t>Anuradha Pawar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660" y="6940550"/>
            <a:ext cx="713740" cy="124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50">
                <a:solidFill>
                  <a:srgbClr val="333333"/>
                </a:solidFill>
                <a:latin typeface="ArialMT"/>
              </a:rPr>
              <a:t>Instructor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0" y="6896100"/>
            <a:ext cx="1037590" cy="173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500">
                <a:solidFill>
                  <a:srgbClr val="333333"/>
                </a:solidFill>
                <a:latin typeface="ArialMT"/>
              </a:rPr>
              <a:t>07 Apr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660" y="7160259"/>
            <a:ext cx="3210560" cy="1612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50">
                <a:solidFill>
                  <a:srgbClr val="333333"/>
                </a:solidFill>
                <a:latin typeface="ArialMT"/>
              </a:rPr>
              <a:t>MIT Academy of Engineering, alandi Pune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0" y="7141209"/>
            <a:ext cx="1418590" cy="176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00">
                <a:solidFill>
                  <a:srgbClr val="333333"/>
                </a:solidFill>
                <a:latin typeface="ArialMT"/>
              </a:rPr>
              <a:t>Completion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770" y="7598409"/>
            <a:ext cx="2534920" cy="850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717680"/>
                </a:solidFill>
                <a:latin typeface="ArialMT"/>
              </a:rPr>
              <a:t>Cert ID: c1f18474-386d-41c0-aa31-2f9782b2e296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5763260"/>
            <a:ext cx="9906000" cy="888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4189" y="781050"/>
            <a:ext cx="1905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850" y="5969000"/>
            <a:ext cx="4178300" cy="69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