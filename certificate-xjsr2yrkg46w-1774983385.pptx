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9448800" cy="7162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78200" y="2829560"/>
            <a:ext cx="3302000" cy="353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000000"/>
                </a:solidFill>
                <a:latin typeface="Gentium Plus"/>
              </a:rPr>
              <a:t>Sakshi Chimukale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